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PantaScope video storyboard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speed, then prove discovery in one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click should reveal the price, the tape, and the signal.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on control: insight first, custody never.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Pitch video: establish the gap, then show the whole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why it matters, then name the entry.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Deck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
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PantaScope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Panta has the rails. PantaScope adds the intelligence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terminal connects discovery, conviction, portfolio context, and execution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screener finds signal before the trader opens a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deep dive turns a trade tape into a conviction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wallet address becomes a live risk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lab proves the write path without taking custody.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typed client covers discovery through unsigned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every market. Understand every position. Plan every trade.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PantaScope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